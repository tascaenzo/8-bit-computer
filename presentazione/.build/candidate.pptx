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bcfa90b2b4011" /><Relationship Type="http://schemas.openxmlformats.org/officeDocument/2006/relationships/extended-properties" Target="/docProps/app.xml" Id="R2acdefaf381f4195" /><Relationship Type="http://schemas.openxmlformats.org/officeDocument/2006/relationships/officeDocument" Target="/ppt/presentation.xml" Id="R33ad16067e27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a61f5cf104855"/>
  </p:sldMasterIdLst>
  <p:notesMasterIdLst>
    <p:notesMasterId xmlns:r="http://schemas.openxmlformats.org/officeDocument/2006/relationships" r:id="R55d1741a313546f8"/>
  </p:notesMasterIdLst>
  <p:sldIdLst>
    <p:sldId xmlns:r="http://schemas.openxmlformats.org/officeDocument/2006/relationships" id="256" r:id="R65bd73436bb74289"/>
    <p:sldId xmlns:r="http://schemas.openxmlformats.org/officeDocument/2006/relationships" id="257" r:id="R8806f6f856f743f0"/>
    <p:sldId xmlns:r="http://schemas.openxmlformats.org/officeDocument/2006/relationships" id="258" r:id="R5033662325274f1f"/>
    <p:sldId xmlns:r="http://schemas.openxmlformats.org/officeDocument/2006/relationships" id="259" r:id="Ra50db9171f324361"/>
    <p:sldId xmlns:r="http://schemas.openxmlformats.org/officeDocument/2006/relationships" id="260" r:id="R7300b94e4bd34252"/>
    <p:sldId xmlns:r="http://schemas.openxmlformats.org/officeDocument/2006/relationships" id="261" r:id="R0d69541656134552"/>
    <p:sldId xmlns:r="http://schemas.openxmlformats.org/officeDocument/2006/relationships" id="262" r:id="Rd1eb95eee0d4408a"/>
    <p:sldId xmlns:r="http://schemas.openxmlformats.org/officeDocument/2006/relationships" id="263" r:id="Re1969ea0bc0d4a55"/>
    <p:sldId xmlns:r="http://schemas.openxmlformats.org/officeDocument/2006/relationships" id="264" r:id="R609f9e7e13ed46a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2d539e543408c" /><Relationship Type="http://schemas.openxmlformats.org/officeDocument/2006/relationships/slideMaster" Target="/ppt/slideMasters/slideMaster1.xml" Id="R33da61f5cf104855" /><Relationship Type="http://schemas.openxmlformats.org/officeDocument/2006/relationships/notesMaster" Target="/ppt/notesMasters/notesMaster1.xml" Id="R55d1741a313546f8" /><Relationship Type="http://schemas.openxmlformats.org/officeDocument/2006/relationships/presProps" Target="/ppt/presProps.xml" Id="R86ab6bdbb4074991" /><Relationship Type="http://schemas.openxmlformats.org/officeDocument/2006/relationships/tableStyles" Target="/ppt/tableStyles.xml" Id="R84cae8f4f6ed4f9c" /><Relationship Type="http://schemas.openxmlformats.org/officeDocument/2006/relationships/slide" Target="/ppt/slides/slide1.xml" Id="R65bd73436bb74289" /><Relationship Type="http://schemas.openxmlformats.org/officeDocument/2006/relationships/slide" Target="/ppt/slides/slide2.xml" Id="R8806f6f856f743f0" /><Relationship Type="http://schemas.openxmlformats.org/officeDocument/2006/relationships/slide" Target="/ppt/slides/slide3.xml" Id="R5033662325274f1f" /><Relationship Type="http://schemas.openxmlformats.org/officeDocument/2006/relationships/slide" Target="/ppt/slides/slide4.xml" Id="Ra50db9171f324361" /><Relationship Type="http://schemas.openxmlformats.org/officeDocument/2006/relationships/slide" Target="/ppt/slides/slide5.xml" Id="R7300b94e4bd34252" /><Relationship Type="http://schemas.openxmlformats.org/officeDocument/2006/relationships/slide" Target="/ppt/slides/slide6.xml" Id="R0d69541656134552" /><Relationship Type="http://schemas.openxmlformats.org/officeDocument/2006/relationships/slide" Target="/ppt/slides/slide7.xml" Id="Rd1eb95eee0d4408a" /><Relationship Type="http://schemas.openxmlformats.org/officeDocument/2006/relationships/slide" Target="/ppt/slides/slide8.xml" Id="Re1969ea0bc0d4a55" /><Relationship Type="http://schemas.openxmlformats.org/officeDocument/2006/relationships/slide" Target="/ppt/slides/slide9.xml" Id="R609f9e7e13ed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eab441fa2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72964063af402b" /><Relationship Type="http://schemas.openxmlformats.org/officeDocument/2006/relationships/notesMaster" Target="/ppt/notesMasters/notesMaster1.xml" Id="Rc80e317a5aa04e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58c6630bfa477b" /><Relationship Type="http://schemas.openxmlformats.org/officeDocument/2006/relationships/notesMaster" Target="/ppt/notesMasters/notesMaster1.xml" Id="R7b25ceccad96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6d054cb0564939" /><Relationship Type="http://schemas.openxmlformats.org/officeDocument/2006/relationships/notesMaster" Target="/ppt/notesMasters/notesMaster1.xml" Id="R12e7dbf54b2f49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a3c01cd7b7413f" /><Relationship Type="http://schemas.openxmlformats.org/officeDocument/2006/relationships/notesMaster" Target="/ppt/notesMasters/notesMaster1.xml" Id="R42b80d7432ab41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e1440c28974658" /><Relationship Type="http://schemas.openxmlformats.org/officeDocument/2006/relationships/notesMaster" Target="/ppt/notesMasters/notesMaster1.xml" Id="R6233994933d5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de55d3104d4991" /><Relationship Type="http://schemas.openxmlformats.org/officeDocument/2006/relationships/notesMaster" Target="/ppt/notesMasters/notesMaster1.xml" Id="R948e8545e5f245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31472327d451a" /><Relationship Type="http://schemas.openxmlformats.org/officeDocument/2006/relationships/notesMaster" Target="/ppt/notesMasters/notesMaster1.xml" Id="Rbb0f50f63d0a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c33aed8434bbd" /><Relationship Type="http://schemas.openxmlformats.org/officeDocument/2006/relationships/notesMaster" Target="/ppt/notesMasters/notesMaster1.xml" Id="R2b03fa401775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ac5080b678426f" /><Relationship Type="http://schemas.openxmlformats.org/officeDocument/2006/relationships/notesMaster" Target="/ppt/notesMasters/notesMaster1.xml" Id="R3376150268db4e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Fonti: README.md; docs/isa.md; tools/assembler/README.md; tools/simulator-web/README.md del repository CPU 8-bit. Stile Graphite Notebook, beautiful-html-slides. Runtime HTML originale Zara Zhang, MIT. Font Caveat, SIL OFL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2541ea73b49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9e84661e646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e8fb28d2246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fdca205994a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1ecae820748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f2e35cbdb43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C135F-045F-4594-9331-D679C0281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892416-FF70-4E42-A13F-03CF312417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0C6293-543A-48FE-B350-59ACF2CBB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3CEA4-26CE-4B12-840D-12A3C88C8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E524CC-7F86-47EB-873E-4B8973180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D2FA99-1954-43D4-BDC8-707235C1C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9A6404-A3B7-45D4-B618-208004D43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61E961-FCCB-4087-BCB3-6DDD216867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68BA3-833B-41D4-B09C-B8E6012E3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F01679-BA1E-4464-B196-E0B7D51131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6492561f84f8b" /><Relationship Type="http://schemas.openxmlformats.org/officeDocument/2006/relationships/slideLayout" Target="/ppt/slideLayouts/slideLayout1.xml" Id="Rf5eb7ea94c43487a" /><Relationship Type="http://schemas.openxmlformats.org/officeDocument/2006/relationships/slideLayout" Target="/ppt/slideLayouts/slideLayout2.xml" Id="R64e633a4758c4abc" /><Relationship Type="http://schemas.openxmlformats.org/officeDocument/2006/relationships/slideLayout" Target="/ppt/slideLayouts/slideLayout3.xml" Id="Rbcbc5a5578b840d6" /><Relationship Type="http://schemas.openxmlformats.org/officeDocument/2006/relationships/slideLayout" Target="/ppt/slideLayouts/slideLayout4.xml" Id="R3224d44341e94c03" /><Relationship Type="http://schemas.openxmlformats.org/officeDocument/2006/relationships/slideLayout" Target="/ppt/slideLayouts/slideLayout5.xml" Id="R79d09bba8ce945ff" /><Relationship Type="http://schemas.openxmlformats.org/officeDocument/2006/relationships/slideLayout" Target="/ppt/slideLayouts/slideLayout6.xml" Id="Rbce65dd059e4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eb7ea94c43487a"/>
    <p:sldLayoutId xmlns:r="http://schemas.openxmlformats.org/officeDocument/2006/relationships" id="2147483650" r:id="R64e633a4758c4abc"/>
    <p:sldLayoutId xmlns:r="http://schemas.openxmlformats.org/officeDocument/2006/relationships" id="2147483651" r:id="Rbcbc5a5578b840d6"/>
    <p:sldLayoutId xmlns:r="http://schemas.openxmlformats.org/officeDocument/2006/relationships" id="2147483652" r:id="R3224d44341e94c03"/>
    <p:sldLayoutId xmlns:r="http://schemas.openxmlformats.org/officeDocument/2006/relationships" id="2147483653" r:id="R79d09bba8ce945ff"/>
    <p:sldLayoutId xmlns:r="http://schemas.openxmlformats.org/officeDocument/2006/relationships" id="2147483654" r:id="Rbce65dd059e4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6338bcfc24972" /><Relationship Type="http://schemas.openxmlformats.org/officeDocument/2006/relationships/notesSlide" Target="/ppt/notesSlides/notesSlide1.xml" Id="Rdeb540eb56b3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105e889414199" /><Relationship Type="http://schemas.openxmlformats.org/officeDocument/2006/relationships/notesSlide" Target="/ppt/notesSlides/notesSlide2.xml" Id="R0ecc70e4db57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6fa91601f4765" /><Relationship Type="http://schemas.openxmlformats.org/officeDocument/2006/relationships/notesSlide" Target="/ppt/notesSlides/notesSlide3.xml" Id="R5b2534461ac04d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1928f5e4c4e55" /><Relationship Type="http://schemas.openxmlformats.org/officeDocument/2006/relationships/notesSlide" Target="/ppt/notesSlides/notesSlide4.xml" Id="R59222500756842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a1dd1c563476f" /><Relationship Type="http://schemas.openxmlformats.org/officeDocument/2006/relationships/notesSlide" Target="/ppt/notesSlides/notesSlide5.xml" Id="Rfed37afcc17a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6a3b838a94bb4" /><Relationship Type="http://schemas.openxmlformats.org/officeDocument/2006/relationships/notesSlide" Target="/ppt/notesSlides/notesSlide6.xml" Id="R800da902cdfc40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18796358b400d" /><Relationship Type="http://schemas.openxmlformats.org/officeDocument/2006/relationships/notesSlide" Target="/ppt/notesSlides/notesSlide7.xml" Id="R5396095ba2cc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46808fcdf405e" /><Relationship Type="http://schemas.openxmlformats.org/officeDocument/2006/relationships/notesSlide" Target="/ppt/notesSlides/notesSlide8.xml" Id="R481a983a03784a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738f6a79e4787" /><Relationship Type="http://schemas.openxmlformats.org/officeDocument/2006/relationships/notesSlide" Target="/ppt/notesSlides/notesSlide9.xml" Id="Ra86a537a16e24a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0B2C63E-A830-49BA-A681-9A0C553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4DE67-AC49-4FF7-9A3D-7B220E7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3DAF5-72AC-4D0C-AC21-C6EB0D5C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4C211-B425-42AD-ADBF-4C0DCAF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3B8E8-DCED-4F64-A7C8-F6762414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B2CA5-8F9B-4A0B-929D-CD56DC7F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10C0-AD21-4071-BF19-36691F00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0442-8A6C-40A2-AA81-D96CED5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48348-F44C-490D-8AF8-BEE5229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50066-4ED5-46F4-BE70-9B19FBA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46C7E-ACF9-48C2-B5E6-7CA059C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70D20-5944-4B2B-B1A2-C31C510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5F4B-B22C-4E30-A423-38B9EE6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B70C-B7D4-4F74-8629-F759D10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473AB-E11B-4872-9307-5CC9C69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8DF7B-FEE0-4BF6-9944-8CB98769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11794-A121-4C77-84B3-64B8EDB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7FC17-6437-4537-BF17-47979451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ECBAD-9A2A-4641-B531-F1C0D4B5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76CF1-CA4F-45B1-9B1A-4ABF29C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49FD9-8096-41A0-A3E3-993AC1B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77D67-8E08-4785-BABF-6737DE97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EB842-ED40-4CD0-B8FD-753D8DB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990B2-D587-48E8-B282-4A3EA985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288BE-6ABC-4EF7-8117-843E789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6B1C3-D342-4886-8048-5962B86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96818-F3E8-432D-9A60-4F8A207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D75B3-160E-499F-8EEF-5025BC0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4EDB2-9C0F-4AC9-B08B-B2E9DAC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76D03-170C-4A71-8EA3-B85408C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5CF55-7DB3-4ACB-BBC2-CC74306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EF5D4-5A82-4FF1-B72C-C744E75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77004-E5C3-42F2-B9B2-00CB5757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6B1B02-FF7B-47DE-A830-94E5E82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DB2BD-9379-4678-9674-62C23981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502CD1-1C15-4C81-97F8-D659E4FF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5F0B1E-E443-4F1D-A0F2-9683F56E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37B55-D1E6-4694-95DC-5F2D305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4570CC-1118-4676-8DC8-52D93827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43A392-980E-4C4B-A7A8-A64CE57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AD0A80-52C9-46F9-9E78-659026F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4DEEAF-B33A-44B9-8912-3CFBBF06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2316A5-D829-46AC-A2CB-1FB81AB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C1DFDC-E9EA-457F-8059-851ECBE4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6E4062-9FCE-42F4-A00B-B0DD11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C13221-F21A-4742-9A6E-4117927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648E3C-8C23-4831-BA2A-BF2DA31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95D8BB-4112-4D74-BC18-44E987C7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0DB8AB-AF80-48CD-A6E5-0610BD1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E3A65E-43F3-41B9-A0EF-48DFE88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CC57CB-03B4-485B-8D86-F99A92BD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95E242-50C8-4A61-828F-0C5CC05F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4614F6-94BD-448A-A752-27D82DB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5BF630-D94B-42C2-86B7-2C7BE012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32BE66-6DAB-447A-AB34-D6FC74D9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614D83-DF21-4F08-B9D1-4249B86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3A9D3E-8B0A-48A8-B48A-4AA4AAC6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C72BAE-5D2A-491D-90F8-ED88FA6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B34CA0-DE78-4463-9304-01B581A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579CC5-D6EE-4D6A-8F0F-993F55B4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FD954B-2A40-40AD-B270-74FF2C48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FFE05E-18FE-4241-A4D0-9F7A024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FF9CF5-B2AB-4CEB-AC1D-CAFF76B0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ABCDE6-69E6-4408-B8CD-A76FB4B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1E0733-5255-447D-9282-2B43C2C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BEB4AB-D7F3-4FE0-B2E7-AF877376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1780DC-2F23-47DE-BB90-CC690C7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EB3524-1490-4205-BCA5-AF375B95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B75D8A-5214-4ED1-979C-0F60AA0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B82FE7-1C6F-4531-95CC-39B34F3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AB0494-DC76-4D21-AA54-0092D0B5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266D71-1BFE-46FB-82B9-493307DC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3F3944-F1C2-40CC-98FE-D32C43D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AFF259-B2FF-4E8F-851F-88811500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6BE456-1AAB-444C-966A-8467CF9E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DE5CAE-9EA6-4976-AC3C-D8E57C0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8E2530-C6B0-4A76-9196-A3CD744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40564A-54E0-4D3C-9EF2-FD95C5D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30582A-4A1A-42E5-8791-EC6DD356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2C46F7-9878-4D4A-9565-5A90CF74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F5521D-ECC7-488B-8833-B2FB513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EE3160-0878-468C-9E1D-B8CD346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0D2869-82C8-49D4-985C-C25004D4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F87C41-B2A7-4192-A501-5AC2F198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568401-7903-4860-A32F-D2D8ED1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170BF9-3660-485E-8B18-C177508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DC28678-729D-4AF8-8A28-DECBD60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9BB817-C56C-486C-9129-FEBA5D7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8311AA1-2484-4013-9EC8-CF52BF24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97705D3-C511-47C0-9D0E-F87EB5A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5772A4-83E6-40C8-A5D9-EA2A479A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50C5B80-84CA-4BD7-81BF-793D280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31E5C00-5125-45A8-897C-6087035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521E74-3525-4D4F-9917-F3F656C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19ABAAA-5A35-4B64-B792-421FE75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6FB667-5388-4EFE-A1ED-9F075C3B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F69D15-F7C4-47CA-87B7-3A40FAC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Copertina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23F1C2E-6AB8-4C76-9DB7-61067B6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0CE005-F237-4EED-8B57-8FD3B22B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1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64E768-0453-4AE7-818F-CC1DF3F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dalle porte logiche al codice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4F35A6-2809-43EA-BB5F-FC0E480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66925"/>
            <a:ext cx="8096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3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73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3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Costruire una</a:t>
            </a:r>
          </a:p>
          <a:p xmlns:a="http://schemas.openxmlformats.org/drawingml/2006/main">
            <a:pPr algn="l">
              <a:defRPr sz="73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3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CPU a 8 bit,</a:t>
            </a:r>
          </a:p>
          <a:p xmlns:a="http://schemas.openxmlformats.org/drawingml/2006/main">
            <a:pPr algn="l">
              <a:defRPr sz="73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3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passo dopo passo.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A511579-C602-456E-AAAB-3ABB8A5E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245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9CD24B-A2AC-44F8-84FA-9DAAA23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81675"/>
            <a:ext cx="809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 percorso per capire come funziona un computer:</a:t>
            </a:r>
          </a:p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progettare i circuiti, scrivere assembly</a:t>
            </a:r>
          </a:p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seguire ogni istruzione.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B71E7AA-66A2-4118-BD8A-0D05E35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200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Hardware · Assembly · Simulatore web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B48C78-69DF-4AA2-A945-F30EDC83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71700"/>
            <a:ext cx="4048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B55782-CE7B-475C-BECA-A629FA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336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dentro la CPU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35D92A-B307-40D4-B10F-66F563E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028499-A04E-43D9-B2A1-98A1E06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1543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registri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FAC66F-B031-468E-A86D-2EADE77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00375"/>
            <a:ext cx="1476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E3B09A9-04E7-485C-8803-EEDF1BB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114675"/>
            <a:ext cx="1400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ALU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4C88DBF-F67E-48AB-80E3-9C1B50C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C199720-CEB1-4E5A-AE13-5239CDF1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1543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unità di</a:t>
            </a:r>
          </a:p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controllo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E3C504-FAF7-4677-B31A-879E42F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0"/>
            <a:ext cx="147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9338C5-555B-4F16-8D1D-EC2A32B1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686300"/>
            <a:ext cx="1400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memoria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EB1428-7E87-4AC6-9E0F-7A257F3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1719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03E3262-FD4E-4D9A-A44E-9E62629F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7814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FB0AC5-6B03-4826-91A1-D4EB3D36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71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C3932F-0730-42EC-8FDB-11192E3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7814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F156765-4A5B-4B7E-83D7-05645C80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171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584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19D7CC1-E8E0-4597-84C2-3C9DDC1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857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8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bus dati · 8 bit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D4F0A5E-49C7-41FF-8AA1-B9A9A8D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00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6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6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capire, costruendo.</a:t>
            </a:r>
          </a:p>
        </p:txBody>
      </p:sp>
    </p:spTree>
    <p:extLst>
      <p:ext uri="{BB962C8B-B14F-4D97-AF65-F5344CB8AC3E}">
        <p14:creationId xmlns:p14="http://schemas.microsoft.com/office/powerpoint/2010/main" val="109134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9496BB-AA0B-460D-97CC-A0D3E3C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D7B12-47E5-406A-A85F-9360E93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ED60E-604C-41CB-8542-FC76EBF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5D99-FF06-4D25-ADBC-36A798AA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85028-A7DD-434F-8CC9-6A43CC6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C557-36FB-4F81-AF04-D83CBA8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14CE9-03DF-4AE8-90BB-B40E877A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555CD-8481-4AC2-9E39-99ACC4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9874F-C5A9-4787-BC96-6E54118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28BC7-D2BD-49CB-9DDA-AE9CF04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56C5F-9561-48A7-8F5D-2B94B82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211DD-75D7-4CB8-8E1C-0A5B0FE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5843F-4359-44DA-B93E-DFCA3594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2A965-94FD-4F73-9D9A-57C8CBA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BEFD8-7875-48A7-9397-507CE189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4AEAF-1CB1-4517-9B73-3A6864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EA21E-4E1A-4DFC-AF4B-D327362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4B7E8-B426-44D1-8395-AF84038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1EECC-3209-46DC-82EF-9AB859C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5E08C-5209-485B-978E-BC1F8E3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E4250-6717-4C18-98B5-617BF16C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44B9D-3F2B-44D6-923C-0FE2DDC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4941D-B99A-4BEF-A72C-EF511C1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49C5A-8EDB-4131-BD95-0C83F3C0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B600E-E7D1-4A16-9D9F-3318FBE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E9D95-4132-452C-8C59-5364F502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FEB76-5668-4995-B26C-97F29E4B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B0D38-86E6-44D9-9C21-C00688F6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73ED2-69EF-4746-B141-21D90988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CCBC6-4E44-4D94-B3CA-0BB772D9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23AB5-5611-4F14-96D7-45E3EB1B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0F244-F865-42FB-8B09-898CC08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CB022-3879-47A9-B5AA-4420441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07B3E9-EFCA-4E0E-B1E1-C503FF4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B60857-8BD1-426A-87B5-54C8BA1F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37A62-61EC-4F66-8AE0-0DF5C6B4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EBB35-E152-47FB-8D4C-1FA0089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9A5442-2286-43EB-B1D5-14676C1D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1E63F-2D5E-4C42-916D-AA6390CC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B6396E-A6D8-4521-B5C5-278E00DE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76AF74-2BA5-48C9-A4C5-823D964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2CBD6C-195F-4715-BB8E-5EDCD53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0F779-BC0D-49BA-885A-7086757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9D2C93-4169-46EE-9F81-ADB4BC3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46812D-51A8-48EF-9BA6-4CD5B7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33D6E5-CC64-4778-A0BE-1C17769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BEB3E6-A752-450F-BB0E-6EC8D51A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EE7197-F46C-4418-8894-8BCAE37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4C6E37-9233-43F5-9FF8-636F953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13E78-E7EA-4951-8F15-EAB90EA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104D17-5414-4040-9AEE-3BA018B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5DCC4F-233F-45BD-8503-079AB46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BF15AA-995C-48A8-92F9-B02780C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B8DA6A-D23D-4F85-81F9-386412FD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C2C001-5D60-40BD-99B6-7E574E62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4A42B2-734A-408B-8C30-DDE2277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CDE1B1-DEAA-40DD-85C6-B7ED8438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7EAE19-7F9E-4C49-9861-016588C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42CE0D-5003-4110-A826-717E4A4C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DB2855-AA12-4050-9A36-D1D6932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40B424-1238-4EBA-81D4-ECB0BB5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ABE18E-2571-44AF-8D77-729FECD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72FB4B-D992-49F3-9B8D-B9484E1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F39D9C-E71B-4207-914F-11F1EF49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4FB2C7-3AE0-4B89-9F2E-EC8E1AD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274C08-85FA-4BE4-A29A-A84AFE1C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84523B-2C71-400D-9BE0-F7AD137C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9EF8B9-5DB7-4051-89B5-CB1DDEC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E4167C-FABB-4EB1-A8DD-2BAC9F4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024FC0-F7D0-468A-9781-51BEEF9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F99D81-428E-4A0B-80C5-B94F25A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F83190-627D-48A0-B013-97A4402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127958-C9B1-43D2-85FB-439AE7E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F705D2-E984-40B8-B520-4E1CA5B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E014D2-B84E-432C-92D8-46BF08F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1BFFD3-7D1B-41DE-9AA1-5D47248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553C05-0DFC-4E10-BEE5-7C3468D1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3BF812-2378-4AA6-BCFC-B964368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D560EC5-6A33-4BCF-9A08-A423843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90A8ED-B2E4-48B6-A480-E0EF7B7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6D4482-68BA-4444-96A0-331D4A0C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3E6F31-4282-4496-A6A1-28794222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B7CE27-6BFD-47F8-96E9-68D0C351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B9D68C-722A-4CEC-BB1F-5C0EEB6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584B36-D2B0-43DF-8DE7-15ED9BA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ACAE2A-04B5-49C9-B61A-C5ECCAB2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A00F67-163C-44B2-8AC0-69ED9E3B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A0BF31-9C54-483E-AF8B-499ABD45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E9E2C4-F951-4239-865C-A13F3E5F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9890D3-2F5B-4FB8-9C4C-5625B223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54CE5BD-40B8-4281-A70F-1B8F9D66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39FEE9-786E-41D6-80F1-D37FF43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33DFEEA-D86E-43E2-A56E-B2EFA5D0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D50F12-2307-4FE0-A512-7BA43FE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AB521E-64E3-4C1A-9E5B-344B608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01AFA0E-020A-4371-9B95-7527F56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26EC66A-20FF-44E7-9A2A-AFF5F8D4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L’idea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DD828A-6C5F-4BE5-90CC-7EA7F9D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12EBA02-B1A9-4B7F-85D4-0BEFF287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2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F16673C-FA01-4D18-B9C3-B475EDCA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punto di partenza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642841-34A7-40B1-9B4E-47A8003F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Come fa un circuito</a:t>
            </a:r>
          </a:p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a eseguire un programma?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8CAA70-2E45-4E45-905D-85D57EE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8145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341383-35CB-4033-868F-4BDAA0E8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002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37EE9C-7963-48D8-A4C2-D746F9AD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Partire dalle basi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70FDCD-1355-4E1B-83FC-AB1F4561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053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Porte logiche, segnali, clock: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rendere visibili i meccanismi.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7F8837F-7C67-4F82-9229-7057619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E7C5F8-BA2A-4D1C-AC3D-DA053CA6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002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1C5F54-0658-4FC0-9ACC-0D8361B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Costruire i blocchi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8E4759-58AD-47E7-B02D-12D9662D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053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Collegare ALU, registri e memoria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in una CPU didattica.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0041608-A6A5-4F70-90FE-5B0E2F7B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E62704D-F010-41F4-B1FE-1561B70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262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43E07CD-CFCC-4519-AE49-E2FA5FEA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721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Scrivere il software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8577CA-394C-4425-ADFA-2D4E840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579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Tradurre semplici programmi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in istruzioni eseguibili.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B1CC7C1-F1CE-45F2-ADAA-FF9818C8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3405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1685D7-061E-4175-8423-35EC4F0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6262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F27C9AF-335C-4276-931D-CE41E43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Seguire ogni passaggio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5AFC2A-6A32-4C46-A8B4-E6003CD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579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Osservare dati e controllo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per capire cosa accade.</a:t>
            </a:r>
          </a:p>
        </p:txBody>
      </p:sp>
    </p:spTree>
    <p:extLst>
      <p:ext uri="{BB962C8B-B14F-4D97-AF65-F5344CB8AC3E}">
        <p14:creationId xmlns:p14="http://schemas.microsoft.com/office/powerpoint/2010/main" val="2135420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DE223B-31E9-4143-A9DA-3084218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3A1D9-4D38-48DD-A989-2159943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71834-C427-4723-9C24-E906B7F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9F93C-E9C3-45CD-90E8-4E27E67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7249C-E627-44E3-90FC-4E7EF91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02632-A0D0-4F72-9946-06A9BA6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F8C39-537D-4C19-B8B7-D9132AC5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1B7A4-1126-4713-B92C-A1056E0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8104A-E602-46AC-81CA-2ED2369C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A30DE-84A0-48A7-B794-01E732EE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8030-BB71-4702-B4BD-DEAC871F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CC0EE-B48A-4052-98FD-338873FF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21BE2-0B71-4D70-8708-5BD1B96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3D82A-0980-4CB3-9A07-560DA3D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01510-A476-4D7F-92E1-8B4DFECB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C9D8C-C714-4BAF-92DE-C2A6661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B4571-B1B2-444D-965A-E62327E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AC656-5BAF-4281-AE31-35141465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D7CB7-0FDE-47A4-A67D-5E9F56B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A00F2-E2DE-4F6E-8B52-EC638FC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753BC-DC4C-4E60-A502-D0A5D7F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EBF59-9294-494D-B613-3641033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92584-12AE-4D4F-A9FC-B8A205F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C8051-6B13-4D8B-A129-6CBDC53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86013-6E16-44E3-9328-792DC28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DA42A-D55B-4046-BCC6-E043091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7499B-E0D7-4788-98FD-97E1526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813DA-0440-4ADC-8AFF-028D4682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EC3B0-921E-416A-B4C0-04E8E896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70372-C59F-440C-BFAC-E5C7EC3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98DF8-A9EC-4120-96D3-20264E5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2AD29-6398-4467-9AE9-11109579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F1BAC1-F4C0-494E-B77D-D04A415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2C047-74B4-4CB0-836E-D798001C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EA5D00-B3D9-45AC-B9CF-136C4661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0452D0-1DFD-4046-A914-0F4E816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99B9A2-B186-4F4F-85AC-6068283C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B6A823-339F-4F6F-8868-0A2F31A0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50A566-FD9D-4548-AB55-601FE07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EFF798-1935-41E4-BCCD-91ECE666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03059-D3C9-48B8-93CD-90C1710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F6D6D8-F92B-4FAB-AF2F-BF8F136D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3BACC5-8FE7-4201-AD33-A13C686E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3AB97D-893E-4681-BC22-D5B32F25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45583D-35E1-4955-8763-EB72C18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594D9D-D7BF-4F5D-B7B8-56509AB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5CEA08-A22E-499D-9EA3-D357EC99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CCCA13-92C2-4438-B934-64F8E111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CB2BDA-0742-406D-9114-0FABA70D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0D809B-B561-4C2F-92ED-54B3DB7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F1673-49FB-43CF-A8CE-4B492BE0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FEB6F7-95F5-4789-8640-4FED18B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1AE33E-F836-49EB-AE14-C19B0522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1BCC1B-26A7-4AA4-8784-86B46B4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41FAD2-6F4D-4828-B6E6-F925355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B01C7F-5363-4F09-BC89-56E102A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68C349-3149-439D-AF3E-FDE0CF97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C2BFA7-444C-4091-8733-A815085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989707-2553-465C-98D9-755AE37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5D87B8-244E-450B-8C9E-640A15A7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30BFEB-8281-4436-95C3-B52F2120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29700F-86D1-4138-86A1-F82B2ADB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E5233A-AE62-430C-BC8C-9E74C426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E8AAD1-2823-44C3-9197-2EED1DF4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57B1B0-7E55-4D90-B408-6E659570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9F959B-50BB-4867-AAD0-0022E5C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BCF26E-CFDE-4151-875B-D2DAFFE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F44315-5F6F-48C5-9D2B-51035F8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E4539A-E5FB-4FD3-807E-5767D97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20BC89-BBEB-4837-A226-4D9FB46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5BF8E3-9150-4413-AC97-BD00382D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247B6E-6695-4D69-8676-E2F50D2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1AA421-02E4-4EE5-BED0-36657B9A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404FC4-3C15-46F7-A5C7-9EF3E2D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A84EF5-7292-48EB-86C2-D2D815B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B8C30E-D52E-491C-B4ED-48F2C11F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C4A67C-E400-470B-931E-8FAEF5A6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BA93F9-E2B1-447C-8396-09BC1BB4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DB483E-096C-4D1D-A7EC-FF1A04CD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3F5136-ADE2-4DBB-BD1B-942FD628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01972E-11AE-4AF9-B35B-0B6B7D8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2A6C68-0B67-4E07-8E62-A942C59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FF9576-099F-4634-A781-8EB5649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6E1F56-44BF-40E2-92FC-A2AFFDB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59143C-FFDF-4622-9295-02A9570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425E06-D6ED-4F7F-8928-ED93FE6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A25C96-2E4C-43D0-AB6F-12F5986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5D6CD6-B5FB-40DB-A619-34C6BC2B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A1E5E6-1135-48E2-B42D-E207672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54A22A-DF63-4451-A695-13D995D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6EB2F7-A8ED-4FA6-82FD-7A0FD379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3A1E15-27A9-4018-A56E-C3EC793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324509E-B118-4D74-9207-D9A29B03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F023B7-291A-40B3-A8D9-C7F4E9F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DCD750-4DDE-43EB-A01B-D3B4EEC2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23678C-F3C0-426F-A93A-69BCC77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C1D583-A19F-4D16-AAB6-A91CBA9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percorso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E8E689-99C7-40F0-9DF1-F5022401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0A75FB4-8218-404D-9C8C-60A0E45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3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80CA1C-EBFC-4D9B-A061-DD06965F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 progetto che cresce per esperimenti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545891-9000-492A-B93A-6705232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Dalla logica al computer.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640C8A-99BA-45D4-84A6-B7DAB7C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5760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F3B5735-9C1E-48DB-8440-3B66D757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8617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3129C3-8473-4131-A2C4-0D34993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958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Segnali e porte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7974788-3EF7-48D7-886E-84CBB2A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4830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0 e 1, livelli logici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operazioni booleane.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18F9D7-F47E-4FD8-A676-4F9A6708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39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⟶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6B9723-3A40-4C83-9C56-DEE0355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88C4FB-C4BF-4702-B24C-C238427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8617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BD5CB0-CA42-46EE-AD57-994CD66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958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Calcolo e stato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626A667-28DF-4C50-A990-48DFA0B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4830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Somma, sottrazione,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registri e flag.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648D25-A53F-4212-89D8-02A6C150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39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⟶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99F3D4-658B-4E8B-9717-6DDE9B9E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6F76BD-A586-4E90-8C38-EEA8922E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8617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C2AB9AF-DFBE-43E2-BD73-FDCF9DB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958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Dati e controllo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2122CBB-AC73-4BEA-A9B6-2461473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4830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Bus, memoria,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clock e microcodice.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6188D0F-B613-428F-8E40-D42C2CCC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576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9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39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⟶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B91580-56F6-4381-91F6-F312CE5D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57600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AC5B8D-9552-4D11-A642-15B233A0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86175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A1E82F1-FB75-48C2-98EC-224DD008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958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Programmi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46B3170-177C-4E18-81F3-6ED6F39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4830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Assembly, byte macchina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prove di esecuzione.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D0782B-C76D-471F-9D6A-2706D25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239000"/>
            <a:ext cx="12592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Ogni blocco si studia, si prova e si collega agli altri.</a:t>
            </a:r>
          </a:p>
        </p:txBody>
      </p:sp>
    </p:spTree>
    <p:extLst>
      <p:ext uri="{BB962C8B-B14F-4D97-AF65-F5344CB8AC3E}">
        <p14:creationId xmlns:p14="http://schemas.microsoft.com/office/powerpoint/2010/main" val="120369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06C80A-A0E0-4347-BCC8-FB0F097E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7EF4-3358-47DA-94FB-5FD5FB9D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2B930-82F3-43E3-8F96-A80DE838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F4157-131E-47AE-8082-B3B6719D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4977D-F3BC-4D38-8BDA-CD81279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A4073-F2BE-401A-A559-65CC293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F8096-91E1-461B-B3F3-23ED1D10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F37CA-5A00-4E01-A19F-6CBF3DA9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4B5DC-8B78-4396-9B50-DE2AD21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307E5-CFB0-4F97-9A6C-0FC082B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E1B35-1D0D-40C3-B861-2F92D9B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1E208-A8CC-4692-9136-17D51B3B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96F3A-6565-403F-B300-A9C074F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2143C-B1D2-4EC2-B779-C831F37C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8ECCF-9EBD-4CC7-98B5-6E0C724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473E1-1451-4746-B2E7-709E2DD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228B4-9C7C-431A-B715-C9E1FF38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CBA97-F94F-4999-B59A-2477524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0EE3E-EAF5-4A80-97F5-F0A0958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619FB-F418-4134-80D0-3E16200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D16B1-1C2C-415F-8120-FBB19398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6B64C-E30F-4115-A68A-70DCB117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A92E0-96E4-4232-94C9-A22690CB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C13AE-D389-4FD3-81EE-C40A208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34115-610D-4ED4-860D-D042435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0EF55-DC06-43AB-8963-C71B8044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74BBD-EC4A-4A7A-A503-D912C25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BD3AC-FB64-4628-915A-1A2990D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B18AB-E577-4A1D-B987-50EEB43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1F39C-7DBF-41CB-A72D-7240F6A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52D57-C513-440A-9AD8-CB52D002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F8509-926B-466B-96BB-866802B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3D9D9-01EA-49AB-9567-2A7C069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CAD79-CD96-42B2-835D-22A5491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CD1FD3-65FF-4405-9E6F-A15B9CF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614D5D-3A5D-46AE-8373-661FFFA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58EAE4-4C43-4FDC-A70E-185B0F2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B8B634-7F64-4455-B94D-168B8FCF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F209B8-6D12-499B-9B21-F331E05A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484D9-559C-4F8A-8F96-4B02A38E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29215-A2D8-4A2B-B7C7-10769EC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39BFAF-931F-4063-830B-34B5563A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B14437-0D0B-431C-96B0-93E1592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81A7D5-73C8-4335-BD13-460D577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3A2862-3AC8-4F70-862E-D5AA05A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0B01A9-877A-4C53-82CF-3F14C74F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CC1929-1314-41D6-82D5-5BFB73B7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5D4700-A2E1-4C01-B3D2-C3D673A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9C93B4-9FEA-4BC4-BD6B-894F96AE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C6E330-660B-4E2C-8A88-4159D35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1A9FE0-D2A4-4495-A9F3-6937125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9D1416-943F-4B33-A31C-07011AE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06BFCF-4EEB-4695-AF72-CB437BE9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B15BD2-FF12-40FB-A640-F3924C17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33612A-EEC5-42D5-A41A-435470EA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A08B15-D8D6-4B1E-AAF6-CB98961D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749EB2-6B04-4E3B-97DA-5AF09649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2F23A8-699C-4007-9EAA-2AD22628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B50D84-DEC7-465B-A8A5-85F0439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A1F4A5-9A41-4FF8-88D0-EA679F10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A6FFEB-6423-4A6B-A62B-168EAFAE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AE17A9-8CBB-4BED-8CDE-52AC169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2B0F8C-BDCC-43FF-A3FA-92171BAE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88DC31-8A67-422A-BE6D-799FD6CA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19F4FA-C89C-4740-BA36-E1ECAA33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F2ECC2-A573-4B08-AA9E-72FCD76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3E5DFD-AC3A-4662-9FB5-4713A0C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523F1F-4040-4C33-B693-5310FF3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88D5CA-F9EA-45AB-B4A3-2BB0700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D0893B-68C1-48F3-8C7D-D9721DE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769C6F-573E-498D-8F51-EDC74599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9123AB-2E3E-4C52-A614-0174C516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51F1FD-38BF-4682-A888-D6AAEE2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975535-272C-4C48-A4D8-34647B0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A91DF2-C54B-42C1-A9C1-4171743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6907E2-7CFF-47ED-98EC-E010F07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4AAFFE-C763-4042-B1CD-8CC179FE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385925-3FD3-4789-AA49-412C8FC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3D23-A944-471D-A84A-A31DB66A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C9E6AB-8A8E-4318-BFF9-4F18F4BA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26508D-4B7C-4D8C-A82B-BC4E4B4C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BB044A-782C-4744-9825-F228CBC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054690-B3E9-4910-84E7-06B1B98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2CC076-34E0-4334-89DE-9939355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6D6925-7496-472B-8944-045A828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C5B6AA-51E1-4872-A3CF-337FB076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06453F-710E-4CB4-8E7B-919DE28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C39B983-B758-4ACC-B1AE-D3E7296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A2F857-D1C7-4A5D-9BEA-11C0848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1CA156-2EF6-4FB4-80F4-0951BAE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25557F-531F-431F-80F7-3812521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891F80-0CF9-461D-94D2-114727A7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BBC629-FC8B-48A8-8D2E-DDAD102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A7A0859-5E47-4B88-A3CD-83448363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AE7D5C-C091-4EC9-A5F8-D2BA4D08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9348E1-2203-4EE2-B315-781240B1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A98889-F2FB-4E4A-8869-9E3E16B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L’architettura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46B9FA-0C08-4793-97AC-3939280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F30014-19CA-492A-BFEF-C7165479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4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4789E1B-154E-4328-A7AF-37A5F783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le scelte di base della ISA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E878B87-0110-4A35-9E7E-8030BB67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Piccola, ma con una struttura completa.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5AF8DF-F8B9-4558-94B0-D566446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39909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6D6BDD-D129-46A6-9E75-4C47FBC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24275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6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Bus dati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796D0C-2967-4606-951F-FC4E6044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05300"/>
            <a:ext cx="3571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7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8 bit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039870-824B-4D57-A756-A3FFCAA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29275"/>
            <a:ext cx="357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 byte alla volta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tra i blocchi della CPU.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4851E74-CF40-493C-A569-918AA44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14725"/>
            <a:ext cx="39909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A5E8AF0-92C2-46BA-9CDB-B267A99D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4275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6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Bus indirizzi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D80FA1-6A9A-4836-AA1C-A42259DC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3571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7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16 bit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7B9BB8-5936-436E-946E-E2545F2E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357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Spazio indirizzabile: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64 KiB, un byte per cella.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2A38EDF-3E7D-4CF9-90FC-D3806CD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14725"/>
            <a:ext cx="39909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457B147-69F8-419D-AAB3-6837406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24275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6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Registri generali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A303E72-B672-4C69-B42D-522C4BB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305300"/>
            <a:ext cx="3571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7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77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8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D1C46D-FDE2-46CE-B11B-789F575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29275"/>
            <a:ext cx="357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R0–R7 conservano i dati</a:t>
            </a:r>
          </a:p>
          <a:p xmlns:a="http://schemas.openxmlformats.org/drawingml/2006/main">
            <a:pPr algn="l">
              <a:defRPr sz="232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32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usati dai programmi.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65BE450-0D3C-417D-8790-1684D6B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829425"/>
            <a:ext cx="12592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Architettura di Von Neumann: codice e dati condividono la memoria.</a:t>
            </a:r>
          </a:p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Lo spazio indirizzabile descrive la ISA; la memoria fisica dipende dalla board.</a:t>
            </a:r>
          </a:p>
        </p:txBody>
      </p:sp>
    </p:spTree>
    <p:extLst>
      <p:ext uri="{BB962C8B-B14F-4D97-AF65-F5344CB8AC3E}">
        <p14:creationId xmlns:p14="http://schemas.microsoft.com/office/powerpoint/2010/main" val="969226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6B73373-1B8A-4F9C-AEAE-0EC6EE4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02474-F4D8-4858-AECC-6D664086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F4075-8F23-4324-A546-F51D5EE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E7936-6774-49B1-BCA8-F827FB3B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9D35E-F94A-4B09-8454-9D553027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5B277-70B3-4D4A-9960-C5CD5503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8EFFD-004D-4918-B75B-EC80ADB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1F091-9CA2-45E4-9749-70D2996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87641-ECCE-4A5B-AE63-E804C25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3D90-6EB1-4F85-ABBA-CFBBE9C1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C24EE-54F8-4CB5-81B5-A7D63F4F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8A5E-87AD-4FEF-8650-A403739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6C6AE-62D2-4F06-A00E-D7F3274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05CC3-05D5-4A9D-AC7F-ECB64EA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CA93B-44BE-4921-AA5F-061F319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D79CC-3149-4851-AB1D-5D077DB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8C838-877F-44A9-8848-EF58D979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D109A-3300-4355-A523-A197BF01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E11B8-1CAE-481E-9185-FF4BBB5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81D78-3EF4-492E-B436-2637208F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F1D37-6E1C-4F18-ABF5-15AE747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7047C-441B-4678-8AF6-717E857D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69C73-86C6-4D1F-88C4-22ABD02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0105A-59AB-4655-9D73-021360CB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E4883-BE2A-4871-95E7-BFE9F89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A5D1C-F0C3-40D0-91B2-B134974B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3E67B-BDF3-49FB-B1FD-C926D7D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6A373-9027-4817-A099-E0823AF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6C186-B3B0-4B61-A9C5-78ADC0BD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2ADB8-06DA-48D1-A536-408787D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BFAFC3-EB58-42D9-96C2-D589B98B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29944-E01F-4AFC-8ADB-B21701A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1F4EA-3587-455F-8FE1-21092EF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B39B3-8CDC-45C1-BD1D-42B82095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7A485-437D-4EFA-A79C-3D9CB79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DC6171-B841-49C1-B937-479A111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156C4-69E8-49B8-9640-F64BE5F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DE429-20BD-4772-8EFD-8998F8A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72C252-88F9-4233-A869-86AADB62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91D585-5B33-4A73-AE1D-ED934A9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16B7C-D93D-4B67-9AE3-C600A397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38BD24-516E-4901-80DB-9FD751C5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6B697D-ED08-4B20-8BAF-4691012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A80CEC-0E1C-4EA4-93CB-35C2087C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6C6E6F-009C-496E-889B-1F798A96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A0B989-BC7E-4A63-864F-B6FAC642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13265B-8C3C-4570-B22C-C4421F84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4A29AE-BC2D-4C32-A4F2-F006C6F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F6CCBC-02D4-41FC-9274-1C94AC9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BD92A4-993C-4E41-820E-C7438B3C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0DF823-D205-464A-B79A-F6041BA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7F32E-BBB8-46B3-B120-0D8159B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F505B-1D7B-4E2D-A481-6BE38FB9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DAA8F7-12C1-4343-9D7A-4F75571D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07F766-6B3C-4E10-8CB2-ACA591D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C92DAA-5D0A-4A0F-8098-129E896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960990-C603-44CA-9785-D07D517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13EFAF-CF06-485E-8110-125A32C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75A958-B0B8-42A3-8BFE-FDD598D0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988B93-2644-4C80-BCDE-3FC0B64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519020-34A4-429D-AA2C-5E5E05F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AD2F8E-7B0E-412D-8178-60DBFA07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D31452-9877-43BF-9C5D-944853C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D1BBB1-883A-4F3C-B152-62CA3CAD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788707-B5A2-49AA-89E8-BBB363A5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66F0F8-8A8B-4A91-AF4A-5528E65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64AE65-3384-4C20-A80F-B38B01DB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E89E93-5BC1-461D-BC8D-E2D68F9A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7BE4E4-857E-47B7-8099-73A9B194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96986E-9077-4311-9AD1-42CC721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957E6C-13D6-4930-8050-BDA2CCD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61E55D-93C5-4246-B443-8F0DB073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B9032C-E4E3-49C9-8FF9-E3555E19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10F691-8B03-46A2-AA96-DC97C2D7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A6DE53-D258-46B9-9E9A-3019F8A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F6E48E-5BC2-4503-B055-74681F3A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EC90BF-3AB7-4270-B104-FEF656B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2C403F-5118-4963-8EDA-04DBFB9A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1D0B6C-C7A8-46AB-BD1B-4192667A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328447-B559-42E0-9320-49E3892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52513A-F41B-4BB8-B9E3-C90F8F77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DE6918-AE00-4640-99E9-EFB10539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84BEC7-419D-4B4C-BB1F-693A976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6C1133-7CB5-4A9B-A23A-281D53B6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D0E176-DA12-4271-ACF9-7EBF21F0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001894-C210-4628-AB81-33E5CC0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8572FD-F000-4B07-8937-B6B3D75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3AF52F-F2B9-44D3-B9C7-BFD6063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2CDD18-5CB5-4B8F-A453-6094A59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C4D1D4-C8D4-40C5-A104-87C8BB8F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BFF9EB-C39B-426D-9940-FA255B6A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3D56FA2-9A65-4EEB-8B18-0466C48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F2EFCF-0E25-4C09-A0C3-2FBC6D15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EA57D2-9BD0-4798-B21E-6B0E638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F0F8B5-36FB-4777-B5A4-47AFDA12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C9C142-6BA4-45B3-B74C-7E29DB6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4A07EF-8D9B-4FB1-BCE9-EBB766CE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 blocchi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614C0E-66B3-4FED-A241-C8BC024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04D181-85DC-474A-BA0D-AA4588D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5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5E06D6-5BA4-407B-9D61-7C3246B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chi fa cosa dentro la CPU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595E41-7065-4060-B750-E51D94B7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Quattro ruoli, un sistema.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9C2448-2B0D-4889-8646-E56740E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DE1763-DB94-4C47-9F60-A708AD43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FDDEB75-CF0A-4BA8-BED7-716A3D2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52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ALU · calcolare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74A0DE-217D-428A-A757-8D90F1C7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386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Operazioni logiche e aritmetiche.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 flag descrivono il risultato.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4F8CDA-100F-42AB-A922-F52C282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147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5820BD-400E-4B96-92ED-A746E07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859CB5-7C7E-4670-A90E-2750453C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52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Registri · conservare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913B55-5F5E-4028-ACC6-3F64CA5D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386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Dati temporanei e stato della CPU.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RA e RB alimentano la ALU.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EB0F3B-1513-4E99-AB31-80B60FAF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673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97E9824-24F0-4B25-BF3E-A93BAC5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959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C60E1E2-B36C-4574-B7D7-AD7051F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054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Memoria e bus · trasferire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AC0B9FF-0E78-44D5-BC09-154D394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La memoria contiene codice e dati.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 bus li collegano alla CPU.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F09F0B-93A6-438C-BA18-B64402F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673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83D0EF-E8B8-4B11-905B-436E525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959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ADCDEA0-D245-4DAD-B5C1-B221FDAE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054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Control Unit · coordinare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22B747-32DD-4320-AFD3-31C7721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912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microcodice attiva i segnali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nell’ordine previsto dal clock.</a:t>
            </a:r>
          </a:p>
        </p:txBody>
      </p:sp>
    </p:spTree>
    <p:extLst>
      <p:ext uri="{BB962C8B-B14F-4D97-AF65-F5344CB8AC3E}">
        <p14:creationId xmlns:p14="http://schemas.microsoft.com/office/powerpoint/2010/main" val="305288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F92A76-CC82-43E7-B78F-950DB8F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7CA7B-AD29-420C-9FF4-18AFB02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909CF-59B0-46CF-8B50-D4B72B57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66066-A0F7-4553-98A0-CFBEF15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5F19E-4DFA-4434-A805-2829BC1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51B18-ACEF-4E2E-9345-0C6B198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E1FB8-E78E-4D40-9EE6-C078B47D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63936-A6F3-498B-BC62-9298CD2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0C43-E30D-41E7-95C7-8D0E21F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B11D2-167A-4606-94D2-3C44F94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87293-E599-4499-91D1-B35497E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7B5C5-2198-47C9-AD35-2D3CF91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BB1D6-7204-412E-AE58-B63D4F7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E286B-CE05-4DB0-9E41-0CE77ECC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FE71E-307A-43B0-B19E-A76F9ADB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9387B-36A5-4CBF-9692-3F817679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90672-A7F7-4716-A712-B13F064C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71CCB-1C97-4BDE-BEE2-99945C3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AB55D-30BB-474F-8379-C625B71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CBA84-62D5-47C1-990C-C818BA9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7893E-910F-4535-9A9C-AC07F9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C1EE4-6F8A-437B-A228-3315EA6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A6C01-606E-4A58-B16B-2D5DB247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6EE99-2556-44C2-83EC-52758D4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E6180-CC99-4CC2-8AE2-A23840E6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FDF7B-D1A3-4ABA-B04F-5840AC78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9D5B7-BEFF-4EA7-BFCB-99C6332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9CA88-567F-4622-979A-DF8616E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D1F66-A0D6-460F-8727-0A111B43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68A6F-925B-452C-B326-148FEC1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31085-B303-4012-AB5A-B4EF3882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38B1B-ACCF-4ACE-BCF6-91CF509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C4F49-4332-42FF-A289-2405FF4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335B7-8916-41BF-96ED-24D8F178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59CE4-E553-4B10-A136-0EFC9A68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D84E2-7B5C-4F62-8CFC-BB3DFF62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9B6A46-4501-4E72-B4EE-EDC8874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75B647-72D4-4DBB-8EEA-2279EF6B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4304A-0940-4897-B1D1-BA592090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EBA199-B694-4FFD-A25D-30E27D9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A57AEC-333A-4A25-A3F2-34BD0B3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DD9E85-6595-44A7-B497-829474A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CE637F-32FC-4415-8809-B2B3BDD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4F804D-6EE6-45F5-BE50-93C1AF6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D51ADC-FC3F-4604-8097-E0DF8C8E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923D7C-A160-430E-873B-FEEE5A0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E4E387-4253-4817-8E67-24A82D87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F8A140-BEA8-43E4-BE57-EE8E1E0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F14434-4BDA-478F-90B0-1E0E533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8454B4-E8DE-4653-8EFE-4F49F3D7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B81CE5-F4A5-4BE9-8A7A-792B4C00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A295AD-8AA4-47A8-B808-8560334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45ECEB-50B9-4835-B139-2CCE868E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019CDE-42EB-4792-B5FE-511A3E21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D83D20-3411-495C-B450-275CE40B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500E3B-2687-4D99-B16A-40165206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7E7E33-69DF-4F1B-8865-6724C97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8F1EDF-5218-492B-BAFB-073FBBFF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B6808D-BBE7-4E34-8111-744994DB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FCFB90-52CB-4BEF-ACE2-C0ADD13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3F2B21-F450-4A39-8040-01F107B6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C2B09A-0282-48FD-B01F-64DECA23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48FBA5-39DF-4573-92D3-9C04E02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53603F-E15F-4178-A435-62714E6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F1B3A2-7467-4359-87B3-0E69B7F9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FEF7CA-9A97-4A80-BFE2-1277E51E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5C97BF-C796-4B55-B565-E0C184A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B6AA42-2F80-470A-8F84-78985C7D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9757D2-13AB-4A41-858C-32113BC1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FC025A-86E3-4F05-910F-D72BE93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5BB9FB-95A2-411D-B8D5-0BC30C17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B8CA6E-5744-44C9-9F0C-0A763D42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4479FA-9D14-4A24-BEB0-554557DD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5D9853-7C32-4A23-8CFE-3B10ED4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689C42-44F2-4EE0-82A3-8838D376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515E58-9629-4882-B63A-C3E4869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C91171-3302-468E-BFB4-A76025DD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24B732-A3B2-4BB9-B2D9-5C87D2D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753CCB5-B573-4D5D-A40C-B2BAA28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907ADE-8D2C-4636-AF8F-ECB1020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1894AC-8B3F-48DF-8C5B-F6401C0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DF2F80C-C803-41B7-8B99-CB652CDD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164708-6539-4F6A-A473-AEDEA005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52EB50-07E3-4564-A3B2-0BA6B66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4D1991-1D7C-494D-A535-A6FF82A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7DD76F-7518-4F0A-AA91-691863B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49CF11-C2D1-47E6-B85E-83982FA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19A1B9-67D1-400E-B37A-DA6361A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5BC22E-BA4A-474B-8D38-9E1E45C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309C66-B4E0-4773-9258-C126714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662E57-69EF-41F8-9EC1-B253FDA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24E2075-2265-438E-9E00-5612D17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B1B71E-855B-4381-995A-80CF72BA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F78C42-886E-4EF1-BF6E-ED9FF3D5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99C582-7880-4D00-BF04-43F6EB4A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754B4B-439F-4CFC-905B-ABBE556F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2794B3-6514-4635-B287-15BCF92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Le istruzioni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EBE745-2246-49E8-82A7-3F10B35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DEB034-A481-4002-9FA2-7F79370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6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FEB83C-1828-41DA-A12D-D367401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un’istruzione diventa una sequenza di azioni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892FBB4-4997-4C8C-B61D-CFB213F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Leggere. Interpretare. Eseguire.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B249E9B-E786-4F34-9871-D931CAC9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EDD228-B870-4142-96F9-B2D600A8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8A9A2E2-BB1B-401E-A2D8-7E5700C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9095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86F65B-A08D-4C24-A8BC-48EC4CD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05350"/>
            <a:ext cx="376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3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Fetch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6361A85-F943-4A8A-AF9B-FCAFF8A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86400"/>
            <a:ext cx="3857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Program Counter indica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prossimo byte da leggere.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L’opcode entra nel registro IR.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F52F2DA-54D3-4C21-849B-4DF84C8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14725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FB5111A-4086-4CD1-AB6C-629F857A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6237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7F2AC9F-F5A1-4285-9C30-8808F47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9095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61B927F-48E0-487F-A80F-148FCDBA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05350"/>
            <a:ext cx="376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3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Decodifica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AD530C5-F346-4EBF-841E-988F6D1D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486400"/>
            <a:ext cx="3857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L’opcode identifica l’operazione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gli eventuali operandi.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La Control Unit sceglie le fasi.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A52284-20AB-41CA-BEEF-B597A50E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14725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2CC515-FF44-4ADB-AA58-F95525BD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6237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3253D67-0B21-4E5B-BA33-425B351B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9095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B21F0D-567A-48B6-907E-2EAE24A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05350"/>
            <a:ext cx="376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3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Esecuzione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77FCCB-7941-4E33-A016-CA39375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86400"/>
            <a:ext cx="3857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Si muovono dati, si calcola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oppure si cambia il flusso.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Poi si passa all’istruzione seguente.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7989BF4-CA21-4921-A781-81BA5618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239000"/>
            <a:ext cx="12592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clock scandisce i passaggi; i salti possono cambiare la prossima istruzione.</a:t>
            </a:r>
          </a:p>
        </p:txBody>
      </p:sp>
    </p:spTree>
    <p:extLst>
      <p:ext uri="{BB962C8B-B14F-4D97-AF65-F5344CB8AC3E}">
        <p14:creationId xmlns:p14="http://schemas.microsoft.com/office/powerpoint/2010/main" val="1903783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861D1F-C579-4A04-9F16-75C42219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0CBB0-1892-4643-A29D-88CFB3B8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69E1B-89C6-4BC4-91BB-FEF4BCF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184F9-A015-437F-A50D-A6573044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67FAE-E891-46E1-B4CE-A52B86A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6A511-D5BA-4B66-B80A-36D56CE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BB371-65A0-4DD7-9CB9-EB92FDB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16733-B22D-47F2-894F-0780030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BA3DF-6CF0-4608-ABAF-89EC4AE4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695BC-8D12-4DED-80BF-3445E49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B8644-D579-467B-8EDA-5062140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7348E-AAA6-4B5F-9237-54451D9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96EC2-242D-459A-B936-F2F3FAFE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7F3D4-A5F6-4F9B-9F48-80BFE008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4AF7F-90F0-40DB-BDDD-7ED009BC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8D556-25C2-4F5C-B293-F373000B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99856-6ACE-4950-B0A2-4196C29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C63F6-316B-495D-87D3-6B67D9B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64DF4-5148-43C8-9669-88B4028D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D6AFE-1F7A-4A7B-B19A-A105CEF6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DD74F-9112-417C-B522-EDDEBBE6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30861-A9C6-47D4-8E94-D6EDD39E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23A0C-A1CC-45C0-AFA3-A5461638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31443-8069-40CC-BEB2-87072CB9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8DAAF-32BB-4A53-ACEE-F4F3F4E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D0F63-7690-4782-BACC-688B689E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7856F-C1D1-43DC-A66B-E3D5088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4973D-1B79-45FF-8195-A2025AE1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AC91D-AC0E-49B1-B41D-31EE4179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D0268-61D2-49FD-BC57-E1CF73B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73C74-EBDB-47E1-B25A-582CFE9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46048-A8C5-457A-9929-8D316E4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33472F-4DEC-4937-9EA9-EF529E4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3FDD6-C3C8-441F-9F30-CFB63C2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6C6253-A174-431D-AC9C-4271D1E9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A49D9-C4A0-4D2B-8953-D56C77C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4E67ED-2CD7-4DFB-8D25-A55B13B7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8F8D6-4E67-4E10-A831-46388C0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D12836-A064-4164-B08E-F301625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B221CD-EC89-41C0-BACD-B3DE4CBA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21D1A1-C537-4F46-8163-2F0B0F92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1B458C-A5D5-4460-9A0E-FF776E7D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ADC95-41F2-4492-BB41-804A4415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405DAA-690E-4C83-9216-E234B3F2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5A1972-C1A9-4865-A072-C6E8490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9678AB-D547-49C3-ADC5-D59BB000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13A6BB-A4BE-4054-8CB8-BEBF32F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530EBD-DCAB-4E5A-A974-7EE80A2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B6F169-9005-4E3B-A6AC-066C6B8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4AD17E-8EEE-46A4-A95C-3DB25304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476D85-5221-4BC1-B807-2F20F920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5E7C38-838B-47AC-AD49-78C31A8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BB0E9C-F3C1-4111-A02E-11551DC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E3C338-B9B1-42F3-BEDB-36F321E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72FB53-8128-415A-837B-CF09ABFC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D16BFC-C286-4D18-AB46-F380896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568969-13EF-4E4C-A95E-AD0DE6D1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974E64-3FFB-49D5-A61C-28DCC064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EC5F18-0450-4197-B601-442CA934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7298D8-B695-4CEF-B2CE-ED1BA06D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396BF7-2C44-4B00-BC63-B974C79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421F0A-CB92-4F8F-8E29-9FDAD9C4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5A1BEB-CFF1-4D22-8703-84A22A3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C0F9EB-161E-48C0-ACF6-C0E588D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7BD689-D714-4397-B397-3219525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816080-737A-4218-BE0D-065C53D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75312E-F02B-4C74-9D3B-7255A8B8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426273-28DF-4E7E-A7B5-31ACC1F4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0D3CC4-97F8-4B13-88B7-9189CAD2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AC1E40-078F-4FA4-B856-2E11BBA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A14809-B996-4FC0-9D27-6F763DAB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A15C70-B46D-42D6-A95E-EE21C9C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1C455C-34D1-426C-A98B-3C6D2C5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F208F8-D277-4A77-B846-E5C37C22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49910A-378F-446D-B7ED-5D64D532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D44D1D-1334-43EB-9C92-1CA44379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FC15D9-17D5-43A9-A692-A1317A0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5C1033-431F-4C71-A092-DE35620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63C01B-22C7-4CE3-B787-55A9964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FB43120-5CD5-4DC2-9E26-E2654CB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4915AC-8AD0-4926-B871-71A6CB7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78DB4A-A90E-4AD4-8DC4-18AF011E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748541-5A20-4C21-8252-C9A9C78C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B3EDFC-7D26-4A5E-B3C6-1B7A84CE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C77B20-6140-4B74-8547-F568068F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F33DF46-78EA-46C0-94D4-4AA5B35B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7436E2-C24F-4747-B41A-763EDD2D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0ACF131-3278-4B72-B964-BEC55FA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22F030-EDE6-465C-A4FA-FC74B1F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822B60-7816-4EB6-9548-663B61F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8ABB9D-462B-4756-860F-7C08EE8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05CBE7-39DC-429A-9E9B-4AB9864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2538BD-4BB0-4084-8CA3-51311A2F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D6F802-202A-4E81-9831-E7EFB394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CDCD5B2-E439-4162-89C8-EB947C8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32C769-7CC6-48C5-9979-D282725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A5F41C-6E55-4958-80F5-71B78197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Un primo programma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88AA64-FA8F-43C7-913A-3473D97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EFACBD7-E1FC-40E3-93F0-DF4E8B4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7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1FA68B-8B70-43D1-B1B5-600DC54D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dal testo al risultato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4E6CC6-EA1A-47B9-8947-1F8426F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Una somma, vista dall’interno.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0765895-1D7E-4769-8F4E-6363B0BB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C584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46E037-A1A3-4C84-BFC1-2AF6579F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81425"/>
            <a:ext cx="4286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LDI R0, 3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LDI R1, 5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MOV RA, R0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MOV RB, R1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ADD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MOV R2, RA</a:t>
            </a:r>
          </a:p>
          <a:p xmlns:a="http://schemas.openxmlformats.org/drawingml/2006/main">
            <a:pPr algn="l">
              <a:defRPr sz="292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92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HLT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FCE609C-EAC2-473C-BD4E-D647EF7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81425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47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47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 + 5 → R2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CDDB34-2BBD-4398-B60A-D5064E7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95850"/>
            <a:ext cx="6858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Carichiamo due valori nei registri.</a:t>
            </a:r>
          </a:p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Li trasferiamo in RA e RB.</a:t>
            </a:r>
          </a:p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La ALU somma e salva in RA.</a:t>
            </a:r>
          </a:p>
          <a:p xmlns:a="http://schemas.openxmlformats.org/drawingml/2006/main">
            <a:pPr algn="l">
              <a:defRPr sz="2475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75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risultato torna in R2.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F4C10D3-B759-4D64-99E9-E95D16A3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674370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Risultato atteso: R2 = 8.</a:t>
            </a:r>
          </a:p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HLT arresta l’esecuzione.</a:t>
            </a:r>
          </a:p>
        </p:txBody>
      </p:sp>
    </p:spTree>
    <p:extLst>
      <p:ext uri="{BB962C8B-B14F-4D97-AF65-F5344CB8AC3E}">
        <p14:creationId xmlns:p14="http://schemas.microsoft.com/office/powerpoint/2010/main" val="1513666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62C40E7-F070-4B62-9D09-AF7DA27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3A3A2-B51A-4C91-8643-C9B09595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ECEA6-0DF1-4590-B999-F77E9A85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C41D5-B0B0-46BA-ABCE-92F1BF97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1F007-9AE8-4BD3-8756-4C9AD54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F028F-037A-40DA-8C8C-7B81127B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DF93A-4C23-4311-9AD4-7890B1EF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15592-E33A-4B7A-B8D4-1F61C17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ABBA7-1D96-4C58-B59C-861256D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18A84-051C-4D22-BCAE-3E9DC049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480E2-6B7F-488E-899E-455FFBA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78EB1-0533-4F51-95AB-5656157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E8A27-DF02-4F45-818A-3F5E0BC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CA38C-885F-4B59-83B7-4C4E947D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567A3-6769-4CDB-B854-4142A579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F7A33-6827-4C12-8822-55ABE576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AFF6C-5BE2-4A36-9980-43278BE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CECA9-EFC5-42F5-98C4-A594071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7BE32-9BEC-4993-9E77-326649D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6F50B-17A3-4D18-AC45-A094BFDD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6335F-9740-4DF9-B207-BCAE45FA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EC7BF-2BF4-489D-BF1E-8AA5BA3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087FA-5922-442C-B047-23F78C6A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961A0-E06A-470A-ADCA-2790F802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E68C0-5039-4468-9E3A-9AD638B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AC386-FF68-4CF8-BD42-0269C95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8E3A7-E039-4F43-92E2-D63674A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F5450-E14C-4C20-B9B7-1863668B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84940C-31C4-4277-9779-BA34628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11950-1AF5-437C-BE0A-E3AC5B5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52BC7-612B-4F58-918F-9119D92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B09F18-7E1A-4A05-BA35-6CF5D502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294528-A765-4F48-BD8F-760D53C2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9E96E-268A-43E7-AA25-71839E80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16D965-C2FB-419A-B030-B0B7870E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6B4567-4E72-405C-BEF9-A7BAD44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0EFE59-EC4C-4C45-968A-F37C5CF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3C3534-B1BC-41D1-98DC-898CEA2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2E3F8-EB0C-478A-9327-54337D31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8C5E93-1F26-4B5C-B9DA-ABF0BE6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4ABD8-4914-4E8F-8093-7BE83BD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3F6CE-549B-4AD1-AA41-AA62AC2E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30D10E-7A90-4DA1-B0FC-0917C09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A4DBD1-A2B4-4A1A-ABF8-2FE836A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581B8-D5EF-4553-9CDF-D3F7CF6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D9569-2412-4E09-8900-255A6B6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39CD00-E90C-4D2F-95D8-B7DA28AC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829B8A-226C-449D-B809-1F489327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E0DE78-52C2-40FF-89C1-1BBA977B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7DF74F-9191-4474-8C86-76A85CAB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68520-2F59-4FBD-9A47-EC5731E5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DF990F-74AD-4F99-9CAE-23C4DA3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2C6EF8-604D-4594-816D-C2A5018D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B23626-F0AC-4DF3-81E0-1B75655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7E1B4C-E735-4C82-A5E1-D7106A06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09D157-8C00-493A-8D2E-BD510857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67CB0E-25CF-4EAB-82E2-8D50919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A45935-B361-4174-B109-3AD22BC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6CBDF3-3276-4D94-8AED-2A81662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506A63-6382-466E-986D-BDC6F666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263BA9-5406-42ED-AFD9-7DF4C9A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50F965-4B40-4065-99D2-10BC4A0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A3F64E-5D5A-4C18-A160-139D928E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FB83BF-5988-42ED-83F2-7B0E1903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44D922-8BD7-4F4C-B4FE-81E38881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FE97CA-49E8-403D-9281-DCAF6B0D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3A977F-EB5B-403C-9CA2-A72E4130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8DE10A-CD4F-4B96-9B27-4ED83CBD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0DAA0B-61F7-435B-96CA-D597C7C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ABEDDF-F6F5-4732-9B32-0BC40299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00EA2E-9E0E-4085-803C-B91BBAD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CE7D31-C0CB-4022-95F9-B3C18AD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CD78C4-8E53-47FE-8D48-9E712D89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B6952F-14E4-4F0C-8C9E-8536D4B5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BBE77F-9BDB-46C1-908E-7CA9FE09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A3B8A5-AEF4-4F39-B2DD-7CC1368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87E25B-2030-47E0-B98F-6139D7CC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55BD0A-D18E-4462-BE96-92097E0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C21741-171C-4FFA-B72E-BC62D9A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D232BF-1C7D-467A-AE56-0A5A838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B7926A-F46F-42DB-BB11-38D1079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734661-F86C-433A-A9F3-FE6FDC74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D61B92-7C07-486E-B42C-F4FAEC2F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24603D-E0D7-46D9-9D98-521C5EB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CF80DB-5565-4737-BCBF-0F86F33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00298C-AEEA-434D-B8E3-100AB8D4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DBC20FC-C3D3-4A47-82AC-84CE7F72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91BAF41-DC38-444A-8BAF-1DC0F2B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898D28-4004-432E-8411-51B17747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B43F8E-1BAC-406E-917A-069F18CE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BE19FA-726B-438B-91ED-B2FFAA3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5E5DE4-12B7-4FD0-B56A-45AF4C5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96F485-1A4F-41FB-A415-7B22FD4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D19D86-4A8D-48CE-91E9-8CE4730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0480C5-73F9-4919-B51F-9A175A0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ECE0C3-AE23-46F1-8BC6-D952708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0D9AF3-B981-49AE-B06B-F2166BE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Gli strumenti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FBCE09-F061-46C3-8C82-5FD4052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DAE0B3-96DA-4ED2-9F8C-F884ABC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8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1F2B61-7541-4952-A7CF-C0C4124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hardware e software si incontrano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A3C4ED-A60B-44EE-89EA-0DBB936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14525"/>
            <a:ext cx="1259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15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Un laboratorio da esplorare.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D70DE40-4C1D-4A11-AE15-39BD5E2A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CA15EF-DD69-4BE6-A4C3-957B1D7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8CB339-E7C8-49BE-9415-90E026F4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52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Documentazione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AE29E4-6F55-4A86-84FC-4997CE9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386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ISA, linguaggio assembly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guide ai circuiti.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BBDAAEA-79CC-4B39-B5EE-74A0059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147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A6C891-5892-4FBA-B822-115AFDD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F66D4F-E998-49F2-9362-EBCDAC9F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52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Assembler in C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F33161-9CA7-41B3-9EA9-2597C4F7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386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Converte i sorgenti assembly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in byte macchina e file di output.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8CA1AA-B765-4F2D-8AE8-417D1637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673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BA857B3-438E-4109-94E2-26D35FD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959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EF82B9-491A-4DCB-9000-2D1BEE1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054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Microcodice ed EEPROM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AE20DDB-3E2E-4126-96E0-9776F50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912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Generatore delle Control ROM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 programmatore con Arduino Mega.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87993E6-A001-4FB3-916B-E2942751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67325"/>
            <a:ext cx="695325" cy="695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7726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6D18328-6F5C-4887-AEE4-BAD58417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95900"/>
            <a:ext cx="695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ctr">
              <a:defRPr sz="3975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975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EE2B29-ACD6-458B-8522-09A041A4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054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Simulatore web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AB0022-4EFD-4A0A-8133-EFF2FD1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912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Esecuzione passo passo con vista</a:t>
            </a:r>
          </a:p>
          <a:p xmlns:a="http://schemas.openxmlformats.org/drawingml/2006/main">
            <a:pPr algn="l">
              <a:defRPr sz="24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di registri, flag e memoria.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B2FBC5C-3DDC-4173-9DC6-84FF2611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239000"/>
            <a:ext cx="12592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progetto è in evoluzione: simulazione e prove sulla board accompagnano lo sviluppo.</a:t>
            </a:r>
          </a:p>
        </p:txBody>
      </p:sp>
    </p:spTree>
    <p:extLst>
      <p:ext uri="{BB962C8B-B14F-4D97-AF65-F5344CB8AC3E}">
        <p14:creationId xmlns:p14="http://schemas.microsoft.com/office/powerpoint/2010/main" val="2108039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C76C21-15AB-4874-ADC9-00076364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F3D7-16EA-4839-BB17-74F3222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3D856-85D1-4863-B326-3CDEB0D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FDF8E-9976-439C-B787-7F42828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556D4-8AFF-4BB5-9CCA-1DE22B0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2FF70-274B-4CB1-8D6C-7F8DA9CF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CD929-8538-475B-AA87-A02711CE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87AF2-A0A2-433A-B1D8-46185120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74EBC-184D-4313-9C87-DF512C89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6FE96-3565-4B5B-9D58-7BCA832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DF65C-38B6-406F-ADC8-BF7500D5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F31AC-9BC8-4C9D-ABB8-4898E465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B8DDC-BB29-4593-88C7-5C8E73F9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B6FD6-93E1-4963-82C8-CFB161C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02485-51D1-4CCF-8FFB-33761AD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633A2-E192-48E4-AB95-C693466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41980-4A84-41E5-9D30-2445A284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427F0-8FA1-469E-A1A2-F8CB28C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77E21-1D45-403F-AE72-EF1B1B3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FFAD0-84BF-4FB9-8222-3FE0C9EE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B743-648C-44C9-B15F-A3E1FCAF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39683-2F9D-44B5-BE8E-10728C0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43EBA-1308-4EAE-B362-BAFBF645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B513B-A66B-405A-BFB4-6DA585C6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59A85-3000-450F-BF26-23C52F07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91778-BF91-4560-B8A9-CBEBFFC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EC56D-2777-4600-B226-5B77B68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F87D2-5B7B-44B5-8510-50D775C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8457C-08B1-4704-AD28-58066E4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C3118-559B-4AC1-9842-9E4C4BA5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258D0-7632-439A-BB90-DAC5CF7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64E40-F167-49E7-854B-4942FDBF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34E829-A0CB-4626-8C35-0E0FDED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50EC8-0975-4D57-8D54-3E57FB5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C55639-363E-45EC-8C18-5DD8DA3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129A10-5521-408F-91C4-186C4EB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5B7A03-7398-4C0F-A7CB-886CA7E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B09F9-3590-4527-8149-138313E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FBC25-CCFF-49F4-84F6-90BE8167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516F7D-8737-4BE2-AB76-BE8A57C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572376-D723-4371-BB46-BC71A68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E4F0B5-8DBB-4F7F-9AB3-E28E0C9B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577102-9762-4C4D-B608-B291D4D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63A563-AA74-4C99-9212-02312BF6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87AE3C-511C-41DC-9E33-107F1AA4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A1B23E-DB4C-4C55-B266-DCF2351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C21BAD-2A7B-41F7-8017-93504CAF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A7B71-82C9-4AA2-A0DA-76CB4D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1A88D0-5F86-46BD-A5AA-BC4C921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CE193-CA4C-4DAB-ABDA-FDF4540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F0A9CD-3D20-43B7-9025-2AAE0C5D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7D7606-7ECF-4CD7-867C-917CBC9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B280C8-2B7B-4E3D-ADE9-5232721B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BC3F36-06EC-48D7-8A0D-C9E53AB1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773CD6-8E05-4D26-B97D-3DB4D40B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8BAE71-B8E9-4286-914A-5C35D12E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B8F40A-5CB1-42EA-B385-03FD532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946E72-9E8E-43CA-9E91-043232B6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500D7E-7C87-4497-A230-682B891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84B819-C1F4-4421-843D-E9D81AF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56356D-80C2-4D11-9A01-5D7812B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257AAD-D30D-4FDE-8E33-A16764F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FC5576-690D-418A-9DCD-441EA9D6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B691A6-F86D-43E8-94C5-C0B8749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ADA83F-9C3F-436E-94FB-9CA8693B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4CFBC1-00F3-4EA1-98C9-3F1BD33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DE14FE-4E8E-4323-8BC9-F4185FA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FA25E2-19BE-43FE-BCA5-30B41399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E3E5FA-EA4D-4442-BC44-12C830D8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40A05E-92D0-486B-9960-13E2DB9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475712-CFBF-4D46-80EF-780EAA1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EC0CFD-E07B-48D8-8229-E5DE62E1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67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2A3AB1-E238-4CD6-A2AA-B3F4E9F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DF5EE4-0860-414E-AA83-DEFC4B5D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FA445B-5AE9-47C5-AA66-051ED0F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48112D-FAC0-4763-BD26-1648AA8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774255-AF48-4DDA-A156-4416A62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A6E9B4-002F-4BDC-A0A9-3382167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0DBD2B1-EE1D-4BE0-A8FF-9051008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062084-0C91-4B51-AABF-A2997238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F8806E-4BAB-4404-A991-8DDA68A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39E23E9-9231-4ABA-97C4-1128C2A5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A2C98C-04DC-4795-82FF-F11FC076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4DBF40-C7E0-4618-9DC9-C2982DA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97B37F-E0F2-4ED4-823D-CEBE1E4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342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20F92A6-E3D8-40D6-A7BF-600209B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9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167AD87-5B51-44AE-B6FC-A38BC734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676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F6859A-2795-4C70-B0FC-CE936D73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343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9331444-E934-44CF-A460-3441105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BF240B-59A8-43AA-8154-BECD597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2A15F1-A4BA-4F85-BC15-82E51B7B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34400"/>
            <a:ext cx="1524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DCE3D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FA94D0-83A7-4CCF-9B85-39E34CA8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0" cy="857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A283F-8781-404D-B8B6-BFC93EE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4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697167-8D82-4043-AD04-9B968CA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86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E7E909-6CD2-45F5-89FA-5E17BEAD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1247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9CF"/>
          </a:solidFill>
          <a:ln xmlns:a="http://schemas.openxmlformats.org/drawingml/2006/main" w="7620">
            <a:solidFill>
              <a:srgbClr val="C4B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96D68A-D3BA-4AF9-B29E-0420A79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appunti / CPU 8-bit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A546A71-A79E-4EFE-AAD3-DDF5CE7A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544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9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Da dove iniziare · progetto didattico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2972DA6-6D37-492D-805A-3B56321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962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Serie didattica YouTube / CPU 8-bit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BC37E5-DCFA-4720-8375-375C689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962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16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pag. 9 / 9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BD5CF5-61CC-4AEA-A45F-A787B8E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81125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10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il prossimo esperimento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5363A4-5A3D-496E-8306-8776868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57425"/>
            <a:ext cx="1190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9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Scrivi un programma.</a:t>
            </a:r>
          </a:p>
          <a:p xmlns:a="http://schemas.openxmlformats.org/drawingml/2006/main">
            <a:pPr algn="l">
              <a:defRPr sz="69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9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Segui i dati.</a:t>
            </a:r>
          </a:p>
          <a:p xmlns:a="http://schemas.openxmlformats.org/drawingml/2006/main">
            <a:pPr algn="l">
              <a:defRPr sz="6900" b="1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6900" b="1">
                <a:solidFill>
                  <a:srgbClr val="393832"/>
                </a:solidFill>
                <a:latin typeface="Caveat"/>
                <a:ea typeface="Caveat"/>
                <a:cs typeface="Caveat"/>
              </a:rPr>
              <a:t>Capisci il circuito.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C58BC8-310E-443E-A452-CA1A54D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24500"/>
            <a:ext cx="1171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5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Parti da un esempio assembly nel simulatore web.</a:t>
            </a:r>
          </a:p>
          <a:p xmlns:a="http://schemas.openxmlformats.org/drawingml/2006/main">
            <a:pPr algn="l">
              <a:defRPr sz="25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5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Avanza un’istruzione alla volta e osserva i registri.</a:t>
            </a:r>
          </a:p>
          <a:p xmlns:a="http://schemas.openxmlformats.org/drawingml/2006/main">
            <a:pPr algn="l">
              <a:defRPr sz="2550" b="0">
                <a:solidFill>
                  <a:srgbClr val="5C584F"/>
                </a:solidFill>
                <a:latin typeface="Caveat"/>
                <a:ea typeface="Caveat"/>
                <a:cs typeface="Caveat"/>
              </a:defRPr>
            </a:pPr>
            <a:r>
              <a:rPr sz="2550" b="0">
                <a:solidFill>
                  <a:srgbClr val="5C584F"/>
                </a:solidFill>
                <a:latin typeface="Caveat"/>
                <a:ea typeface="Caveat"/>
                <a:cs typeface="Caveat"/>
              </a:rPr>
              <a:t>Ritrova ogni passaggio nei blocchi hardware.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438300-C22D-4764-AE53-1E59882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77075"/>
            <a:ext cx="1171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93832"/>
                </a:solidFill>
                <a:latin typeface="Caveat"/>
                <a:ea typeface="Caveat"/>
                <a:cs typeface="Caveat"/>
              </a:defRPr>
            </a:pPr>
            <a:r>
              <a:rPr sz="2400" b="0">
                <a:solidFill>
                  <a:srgbClr val="393832"/>
                </a:solidFill>
                <a:latin typeface="Caveat"/>
                <a:ea typeface="Caveat"/>
                <a:cs typeface="Caveat"/>
              </a:rPr>
              <a:t>Un byte alla volta, dal circuito al codice.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5A53B9-3465-4453-B0F7-1552216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5819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938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4542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2026-10-13T09:18:15.8380000Z</dcterms:created>
  <dcterms:modified xsi:type="dcterms:W3CDTF">2026-10-13T09:18:15.8380000Z</dcterms:modified>
</coreProperties>
</file>